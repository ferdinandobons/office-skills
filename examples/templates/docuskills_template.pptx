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</p14:sldIdLst>
        </p14:section>
        <p14:section name="Financials" id="{00000002-0000-4000-8000-000000000002}">
          <p14:sldIdLst>
            <p14:sldId id="259"/>
            <p14:sldId id="260"/>
          </p14:sldIdLst>
        </p14:section>
        <p14:section name="Closing" id="{00000003-0000-4000-8000-000000000003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DocuSkills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DocuSkills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4" name="Picture 3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DocuSkills Corp grew net revenue 18% YoY across all four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Gadget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DocuSkills Brand Mark</a:t>
            </a:r>
          </a:p>
        </p:txBody>
      </p:sp>
      <p:pic>
        <p:nvPicPr>
          <p:cNvPr id="3" name="Picture Placeholder 2" descr="docuskills_template_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222" r="2222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mark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Navy field, amber stripe, teal corner.</a:t>
            </a:r>
          </a:p>
        </p:txBody>
      </p:sp>
      <p:pic>
        <p:nvPicPr>
          <p:cNvPr id="5" name="Picture 4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1945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>
            <a:solidFill>
              <a:srgbClr val="57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Questions? hello@docuskills.example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DocuSkills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DocuSkills Corp Quarterly Business Review</dc:title>
  <dc:subject>Synthetic test fixture - no proprietary content</dc:subject>
  <dc:creator>DocuSkills Corp (synthetic fixture)</dc:creator>
  <cp:keywords/>
  <dc:description>generated using python-pptx</dc:description>
  <cp:lastModifiedBy>DocuSkills Corp (synthetic fixture)</cp:lastModifiedBy>
  <cp:revision>1</cp:revision>
  <dcterms:created xsi:type="dcterms:W3CDTF">2026-01-15T00:00:00Z</dcterms:created>
  <dcterms:modified xsi:type="dcterms:W3CDTF">2026-01-15T00:00:00Z</dcterms:modified>
  <cp:category/>
</cp:coreProperties>
</file>