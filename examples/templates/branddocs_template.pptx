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0000001-0000-4000-8000-000000000001}">
          <p14:sldIdLst>
            <p14:sldId id="256"/>
            <p14:sldId id="257"/>
            <p14:sldId id="258"/>
          </p14:sldIdLst>
        </p14:section>
        <p14:section name="Financials" id="{00000002-0000-4000-8000-000000000002}">
          <p14:sldIdLst>
            <p14:sldId id="259"/>
            <p14:sldId id="260"/>
          </p14:sldIdLst>
        </p14:section>
        <p14:section name="Closing" id="{00000003-0000-4000-8000-000000000003}">
          <p14:sldIdLst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>
                <a:solidFill>
                  <a:srgbClr val="16213F"/>
                </a:solidFill>
              </a:defRPr>
            </a:pPr>
            <a:r>
              <a:t>BrandDocs Corp - FY2026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16213F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</c:v>
                </c:pt>
                <c:pt idx="1">
                  <c:v>351</c:v>
                </c:pt>
                <c:pt idx="2">
                  <c:v>372</c:v>
                </c:pt>
                <c:pt idx="3">
                  <c:v>410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2B7CD3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210</c:v>
                </c:pt>
                <c:pt idx="1">
                  <c:v>228</c:v>
                </c:pt>
                <c:pt idx="2">
                  <c:v>241</c:v>
                </c:pt>
                <c:pt idx="3">
                  <c:v>265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East</c:v>
                </c:pt>
              </c:strCache>
            </c:strRef>
          </c:tx>
          <c:spPr>
            <a:solidFill>
              <a:srgbClr val="E0742B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175</c:v>
                </c:pt>
                <c:pt idx="1">
                  <c:v>168</c:v>
                </c:pt>
                <c:pt idx="2">
                  <c:v>199</c:v>
                </c:pt>
                <c:pt idx="3">
                  <c:v>232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6213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AF1FF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6213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685800" y="3200400"/>
            <a:ext cx="2286000" cy="4572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"/>
            <a:ext cx="9144000" cy="4572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57400"/>
          </a:xfrm>
        </p:spPr>
        <p:txBody>
          <a:bodyPr/>
          <a:lstStyle/>
          <a:p>
            <a:r>
              <a:rPr sz="4000" b="1">
                <a:solidFill>
                  <a:srgbClr val="16213F"/>
                </a:solidFill>
              </a:rPr>
              <a:t>BrandDocs Corp 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</a:xfrm>
        </p:spPr>
        <p:txBody>
          <a:bodyPr/>
          <a:lstStyle/>
          <a:p>
            <a:r>
              <a:rPr sz="2000">
                <a:solidFill>
                  <a:srgbClr val="2B7CD3"/>
                </a:solidFill>
              </a:rPr>
              <a:t>FY2026 - Performance, Outlook &amp; Initiatives</a:t>
            </a:r>
          </a:p>
        </p:txBody>
      </p:sp>
      <p:pic>
        <p:nvPicPr>
          <p:cNvPr id="7" name="Picture 6" descr="branddocs_template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457200" y="2057400"/>
            <a:ext cx="91440" cy="342900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57400"/>
            <a:ext cx="7772400" cy="1143000"/>
          </a:xfrm>
        </p:spPr>
        <p:txBody>
          <a:bodyPr/>
          <a:lstStyle/>
          <a:p>
            <a:r>
              <a:rPr sz="3600" b="1">
                <a:solidFill>
                  <a:srgbClr val="16213F"/>
                </a:solidFill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429000"/>
            <a:ext cx="7772400" cy="2286000"/>
          </a:xfrm>
        </p:spPr>
        <p:txBody>
          <a:bodyPr anchor="t"/>
          <a:lstStyle/>
          <a:p>
            <a:pPr/>
            <a:r>
              <a:rPr sz="2000">
                <a:solidFill>
                  <a:srgbClr val="16213F"/>
                </a:solidFill>
              </a:rPr>
              <a:t>1. Overview</a:t>
            </a:r>
          </a:p>
          <a:p>
            <a:pPr/>
            <a:r>
              <a:rPr sz="2000">
                <a:solidFill>
                  <a:srgbClr val="16213F"/>
                </a:solidFill>
              </a:rPr>
              <a:t>2. Financials</a:t>
            </a:r>
          </a:p>
          <a:p>
            <a:pPr/>
            <a:r>
              <a:rPr sz="2000">
                <a:solidFill>
                  <a:srgbClr val="16213F"/>
                </a:solidFill>
              </a:rPr>
              <a:t>3. Closing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6213F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6213F"/>
                </a:solidFill>
              </a:rPr>
              <a:t>BrandDocs Corp grew net revenue 18% YoY across all three reported regions.</a:t>
            </a:r>
          </a:p>
          <a:p>
            <a:pPr/>
            <a:r>
              <a:rPr sz="1800">
                <a:solidFill>
                  <a:srgbClr val="16213F"/>
                </a:solidFill>
              </a:rPr>
              <a:t>Gross margin expanded 230 bps on supply-chain efficiencies.</a:t>
            </a:r>
          </a:p>
          <a:p>
            <a:pPr lvl="1"/>
            <a:r>
              <a:rPr sz="1800">
                <a:solidFill>
                  <a:srgbClr val="16213F"/>
                </a:solidFill>
              </a:rPr>
              <a:t>North region led growth; East rebounded after Q1 softness.</a:t>
            </a:r>
          </a:p>
          <a:p>
            <a:pPr/>
            <a:r>
              <a:rPr sz="1800">
                <a:solidFill>
                  <a:srgbClr val="16213F"/>
                </a:solidFill>
              </a:rPr>
              <a:t>FY2026 outlook raised on a stronger services pipeline.</a:t>
            </a:r>
          </a:p>
          <a:p>
            <a:pPr lvl="1"/>
            <a:r>
              <a:rPr sz="1800">
                <a:solidFill>
                  <a:srgbClr val="16213F"/>
                </a:solidFill>
              </a:rPr>
              <a:t>Key risk: input-cost volatility in the hardware segment.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Regional Revenue (USD thousands)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North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320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351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372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410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East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175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168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199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232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705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747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812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907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Quarterly Net Revenue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429000"/>
          </a:xfrm>
        </p:spPr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The BrandDocs Brand Mark</a:t>
            </a:r>
          </a:p>
        </p:txBody>
      </p:sp>
      <p:pic>
        <p:nvPicPr>
          <p:cNvPr id="3" name="Picture Placeholder 2" descr="branddocs_template_mark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429000" y="914400"/>
            <a:ext cx="2286000" cy="2286000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>
          <a:xfrm>
            <a:off x="0" y="4114800"/>
          </a:xfrm>
        </p:spPr>
        <p:txBody>
          <a:bodyPr/>
          <a:lstStyle/>
          <a:p>
            <a:pPr/>
            <a:r>
              <a:rPr sz="1600">
                <a:solidFill>
                  <a:srgbClr val="16213F"/>
                </a:solidFill>
              </a:rPr>
              <a:t>A synthetic, generated mark - no proprietary asset.</a:t>
            </a:r>
          </a:p>
          <a:p>
            <a:pPr/>
            <a:r>
              <a:rPr sz="1600">
                <a:solidFill>
                  <a:srgbClr val="16213F"/>
                </a:solidFill>
              </a:rPr>
              <a:t>Navy rounded tile, blue stroke, blue header bar, outlined field.</a:t>
            </a:r>
          </a:p>
        </p:txBody>
      </p:sp>
      <p:pic>
        <p:nvPicPr>
          <p:cNvPr id="5" name="Picture 4" descr="branddocs_template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Our Approach (SmartArt-style process)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743200"/>
            <a:ext cx="2286000" cy="1143000"/>
          </a:xfrm>
          <a:prstGeom prst="roundRect">
            <a:avLst/>
          </a:prstGeom>
          <a:solidFill>
            <a:srgbClr val="16213F"/>
          </a:solidFill>
          <a:ln w="19050">
            <a:solidFill>
              <a:srgbClr val="57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778B0"/>
                </a:solidFill>
              </a:rPr>
              <a:t>Validate the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743200"/>
            <a:ext cx="2286000" cy="1143000"/>
          </a:xfrm>
          <a:prstGeom prst="roundRect">
            <a:avLst/>
          </a:prstGeom>
          <a:solidFill>
            <a:srgbClr val="2B7CD3"/>
          </a:solidFill>
          <a:ln w="19050">
            <a:solidFill>
              <a:srgbClr val="57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Build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71800" y="3314700"/>
            <a:ext cx="457200" cy="0"/>
          </a:xfrm>
          <a:prstGeom prst="line">
            <a:avLst/>
          </a:prstGeom>
          <a:ln w="31750">
            <a:solidFill>
              <a:srgbClr val="577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2900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778B0"/>
                </a:solidFill>
              </a:rPr>
              <a:t>Ship the MVP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743200"/>
            <a:ext cx="2286000" cy="1143000"/>
          </a:xfrm>
          <a:prstGeom prst="roundRect">
            <a:avLst/>
          </a:prstGeom>
          <a:solidFill>
            <a:srgbClr val="E0742B"/>
          </a:solidFill>
          <a:ln w="19050">
            <a:solidFill>
              <a:srgbClr val="57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Scale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5000" y="3314700"/>
            <a:ext cx="457200" cy="0"/>
          </a:xfrm>
          <a:prstGeom prst="line">
            <a:avLst/>
          </a:prstGeom>
          <a:ln w="31750">
            <a:solidFill>
              <a:srgbClr val="577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7220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778B0"/>
                </a:solidFill>
              </a:rPr>
              <a:t>Grow to new regions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1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9144000" cy="4572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457200" y="2057400"/>
            <a:ext cx="91440" cy="342900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57400"/>
            <a:ext cx="7772400" cy="1143000"/>
          </a:xfrm>
        </p:spPr>
        <p:txBody>
          <a:bodyPr/>
          <a:lstStyle/>
          <a:p>
            <a:r>
              <a:rPr sz="4000" b="1">
                <a:solidFill>
                  <a:srgbClr val="16213F"/>
                </a:solidFill>
              </a:rP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429000"/>
            <a:ext cx="7772400" cy="2286000"/>
          </a:xfrm>
        </p:spPr>
        <p:txBody>
          <a:bodyPr anchor="t"/>
          <a:lstStyle/>
          <a:p>
            <a:pPr/>
            <a:r>
              <a:rPr sz="1800">
                <a:solidFill>
                  <a:srgbClr val="16213F"/>
                </a:solidFill>
              </a:rPr>
              <a:t>Questions? hello@branddocs.example</a:t>
            </a:r>
          </a:p>
          <a:p>
            <a:pPr/>
            <a:r>
              <a:rPr sz="1800">
                <a:solidFill>
                  <a:srgbClr val="16213F"/>
                </a:solidFill>
              </a:rPr>
              <a:t>BrandDocs Corp - synthetic sample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BrandDocs Corp Quarterly Business Review</dc:title>
  <dc:subject>Synthetic test fixture - no proprietary content</dc:subject>
  <dc:creator>BrandDocs Corp (synthetic fixture)</dc:creator>
  <cp:keywords/>
  <dc:description>generated using python-pptx</dc:description>
  <cp:lastModifiedBy>BrandDocs Corp (synthetic fixture)</cp:lastModifiedBy>
  <cp:revision>1</cp:revision>
  <dcterms:created xsi:type="dcterms:W3CDTF">2026-06-05T00:00:00Z</dcterms:created>
  <dcterms:modified xsi:type="dcterms:W3CDTF">2026-06-05T00:00:00Z</dcterms:modified>
  <cp:category/>
</cp:coreProperties>
</file>